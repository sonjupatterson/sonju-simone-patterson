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7C14-FB3E-4060-B2C8-65B82515457D}" type="datetimeFigureOut">
              <a:rPr lang="en-GB" smtClean="0"/>
              <a:t>08/04/2015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2F1B4-59EC-4C08-A2A4-A0715519D8F1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photo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714875" cy="6858000"/>
          </a:xfrm>
          <a:prstGeom prst="rect">
            <a:avLst/>
          </a:prstGeom>
        </p:spPr>
      </p:pic>
      <p:pic>
        <p:nvPicPr>
          <p:cNvPr id="6" name="Picture 5" descr="photo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photo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5" name="Content Placeholder 4" descr="photo2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471988" y="1"/>
            <a:ext cx="46720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photo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Ginger Lilly Exp</dc:creator>
  <cp:lastModifiedBy>Ginger Lilly Exp</cp:lastModifiedBy>
  <cp:revision>1</cp:revision>
  <dcterms:created xsi:type="dcterms:W3CDTF">2015-04-08T20:35:52Z</dcterms:created>
  <dcterms:modified xsi:type="dcterms:W3CDTF">2015-04-08T20:37:49Z</dcterms:modified>
</cp:coreProperties>
</file>